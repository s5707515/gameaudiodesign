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0EE20-8034-4089-8C1A-C269AE308ACD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1068C9-7DA1-4EF7-9D68-F089B7AF17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064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70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91147-27D1-99D7-293F-9A94350DF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91FCE-4664-E51B-56B0-CDB7454929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D87B57-94CA-A4E7-D743-3496757BA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A2C99-EBC9-0464-5E04-97745D93CB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1068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EEFE7-4091-8377-21E0-3C509D1FC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9200F-F29F-FC16-8618-2ECFE0DC44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4F3FB-E6F6-CF7E-DCE7-2F28904E6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2F0B52-8B13-D063-0157-C1597B9984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5073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94F28-3A88-2492-2F03-22530BF05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19D4C9-1ED3-5E10-8CF0-62F436D8B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1CD1FA-8EDC-98C6-70CD-9B70F821C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D70A4-08DF-EC6D-A8C3-2684C4549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68932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D509-8A41-D896-DB58-BC06A9AEE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65D4C-3564-07E0-86B8-93D8402DD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472CE-A511-49B4-DE45-F80799AD6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7EF96-AAE5-C715-A777-BDB256CC6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129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2189B-0B70-9C72-8D55-5410528C3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9D8969-5EB5-5A0F-74B6-EE6EB155F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00C43-4658-960D-7874-A291D3204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5D083-A47C-827D-4C54-E138C58E09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1068C9-7DA1-4EF7-9D68-F089B7AF17C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20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6524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0711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15203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926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0931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8237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0364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9466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6949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424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360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856F4BE6-7DA3-4EEC-8751-6B8C5C416A26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5E92BB45-3136-4357-B930-4D8C4B447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0804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gameart.org/content/tiny-creatures-sounds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C471B-F9F7-EFE2-45FA-816C79E8AD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Games Audio Project Slides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49842E-0C60-CF21-CAF9-A3D9AD5E14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By Jack Morris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306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C9E81-E9EC-C41D-5BB7-A04E03C2F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1188720"/>
          </a:xfrm>
        </p:spPr>
        <p:txBody>
          <a:bodyPr/>
          <a:lstStyle/>
          <a:p>
            <a:r>
              <a:rPr lang="en-GB" dirty="0"/>
              <a:t>Menu BUTTONS (SoUND CreatioN)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93E56-5F35-AA89-C932-6DC34CE142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01143"/>
            <a:ext cx="4850384" cy="4237097"/>
          </a:xfrm>
        </p:spPr>
        <p:txBody>
          <a:bodyPr>
            <a:normAutofit/>
          </a:bodyPr>
          <a:lstStyle/>
          <a:p>
            <a:r>
              <a:rPr lang="en-GB" sz="2400" dirty="0"/>
              <a:t>Original sound was a Pen Click</a:t>
            </a:r>
          </a:p>
          <a:p>
            <a:r>
              <a:rPr lang="en-GB" sz="2400" dirty="0"/>
              <a:t>Low Pass Filter EQ to remove jitters</a:t>
            </a:r>
          </a:p>
          <a:p>
            <a:r>
              <a:rPr lang="en-GB" sz="2400" dirty="0"/>
              <a:t>Split into 3 separate audios files for each sound effect</a:t>
            </a:r>
          </a:p>
          <a:p>
            <a:r>
              <a:rPr lang="en-GB" sz="2400" dirty="0"/>
              <a:t>Pitch altered to give variety</a:t>
            </a:r>
          </a:p>
          <a:p>
            <a:r>
              <a:rPr lang="en-GB" sz="2400" dirty="0"/>
              <a:t>Added Envelope to hover sound to lower attack time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CD4102-A95B-B190-E899-1F67E5202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23" y="1879223"/>
            <a:ext cx="5036832" cy="461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CA9D6-F7C1-31D9-6665-EA0746492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C2EE0-0791-8292-F7F2-4E71D71BD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1188720"/>
          </a:xfrm>
        </p:spPr>
        <p:txBody>
          <a:bodyPr/>
          <a:lstStyle/>
          <a:p>
            <a:r>
              <a:rPr lang="en-GB" dirty="0"/>
              <a:t>Menu BUTTONS (IMPLEMENTATION)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5FB5F-C988-9C82-50C2-999774E78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9472" y="1589257"/>
            <a:ext cx="4850384" cy="4237097"/>
          </a:xfrm>
        </p:spPr>
        <p:txBody>
          <a:bodyPr>
            <a:normAutofit/>
          </a:bodyPr>
          <a:lstStyle/>
          <a:p>
            <a:r>
              <a:rPr lang="en-GB" sz="2400" dirty="0"/>
              <a:t>Uses Event Handler Interfaces to work out when the mouse enters, clicks on or is released on a button.</a:t>
            </a:r>
          </a:p>
          <a:p>
            <a:r>
              <a:rPr lang="en-GB" sz="2400" dirty="0"/>
              <a:t>Plays the relevant sound effect</a:t>
            </a:r>
          </a:p>
          <a:p>
            <a:r>
              <a:rPr lang="en-GB" sz="2400" dirty="0"/>
              <a:t>Audio Source is attached to Canvas</a:t>
            </a:r>
          </a:p>
          <a:p>
            <a:r>
              <a:rPr lang="en-GB" sz="2400" dirty="0"/>
              <a:t>The Script is attached to all buttons on the Canvas</a:t>
            </a:r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7F91871-EB5D-9349-28C1-56B5A4A8C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7743" y="1589257"/>
            <a:ext cx="4850384" cy="5110582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57B82E3-01C5-D129-7B98-788CEA34B1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234" y="5038041"/>
            <a:ext cx="3474605" cy="157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675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4A9B-CD2D-4341-070F-E61452A52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D8DA6-FBA5-034E-8404-692147324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661924"/>
          </a:xfrm>
        </p:spPr>
        <p:txBody>
          <a:bodyPr>
            <a:normAutofit fontScale="90000"/>
          </a:bodyPr>
          <a:lstStyle/>
          <a:p>
            <a:r>
              <a:rPr lang="en-GB" dirty="0"/>
              <a:t>Footsteps (SoUND Creation)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BA2FB4-C436-CD45-CBB9-157A90E51D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691" b="70773"/>
          <a:stretch>
            <a:fillRect/>
          </a:stretch>
        </p:blipFill>
        <p:spPr>
          <a:xfrm>
            <a:off x="341376" y="1132814"/>
            <a:ext cx="5410200" cy="155992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CBEE6F7-601E-2CC8-878E-69E248A1A917}"/>
              </a:ext>
            </a:extLst>
          </p:cNvPr>
          <p:cNvSpPr/>
          <p:nvPr/>
        </p:nvSpPr>
        <p:spPr>
          <a:xfrm>
            <a:off x="524256" y="2920295"/>
            <a:ext cx="5044440" cy="33890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PATH FOOTSTEPS (Gravel):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Audio down to one footstep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High Pass Filter to remove background noise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Compressed Audio to add impact: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Normalised perceived loudness to -30 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Applied Envelope to trail off audio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6AC8F9-F614-804D-045C-49DB084E5242}"/>
              </a:ext>
            </a:extLst>
          </p:cNvPr>
          <p:cNvSpPr/>
          <p:nvPr/>
        </p:nvSpPr>
        <p:spPr>
          <a:xfrm>
            <a:off x="6348984" y="2752344"/>
            <a:ext cx="5044440" cy="39959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GRASS FOOTSTEPS (Grass Walk):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Audio down to one footstep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Amplified audio by 5dB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Compressed Audio to add impact: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High Pass Filter to emphasise crunch of grass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Noise Reduction to remove car passing: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AFCC15-F248-802B-777C-7918CF8A0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7523" y="5535930"/>
            <a:ext cx="3468402" cy="1078738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DEC766-D73A-8B65-DE91-CFE6C9DD40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040" b="46402"/>
          <a:stretch>
            <a:fillRect/>
          </a:stretch>
        </p:blipFill>
        <p:spPr>
          <a:xfrm>
            <a:off x="5995416" y="1192421"/>
            <a:ext cx="6196584" cy="125735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529270F-D5DD-F049-E427-C38829529A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0383" y="3917342"/>
            <a:ext cx="2393325" cy="10787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D0D15C2-EBAC-1050-0C20-4F1BAA7985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7069"/>
          <a:stretch>
            <a:fillRect/>
          </a:stretch>
        </p:blipFill>
        <p:spPr>
          <a:xfrm>
            <a:off x="798576" y="4162957"/>
            <a:ext cx="2371408" cy="1174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733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6C833-469F-0BA0-BD57-040464A2F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27518-85C1-FEDF-EAE2-3AD8A80A6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661924"/>
          </a:xfrm>
        </p:spPr>
        <p:txBody>
          <a:bodyPr>
            <a:normAutofit fontScale="90000"/>
          </a:bodyPr>
          <a:lstStyle/>
          <a:p>
            <a:r>
              <a:rPr lang="en-GB" dirty="0"/>
              <a:t>Footsteps (SoUND Creation)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D6CF0C-1CE6-6D08-790D-124D32A92C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60" t="80090" r="5492"/>
          <a:stretch>
            <a:fillRect/>
          </a:stretch>
        </p:blipFill>
        <p:spPr>
          <a:xfrm>
            <a:off x="539496" y="5174503"/>
            <a:ext cx="6134592" cy="144016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7713F63-C3A2-CB63-463D-B2244AEF59F4}"/>
              </a:ext>
            </a:extLst>
          </p:cNvPr>
          <p:cNvSpPr/>
          <p:nvPr/>
        </p:nvSpPr>
        <p:spPr>
          <a:xfrm>
            <a:off x="694944" y="1385331"/>
            <a:ext cx="4303776" cy="34884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STONE FOOTSTEPS (Concrete Walk):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Trimmed down to one footstep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Amplified Audio by 13dB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Low pass filter to remove any birds / grass crunches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Noise Reduction to remove any remaining bird noises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684624-D0FA-3241-54BB-F7877E358F92}"/>
              </a:ext>
            </a:extLst>
          </p:cNvPr>
          <p:cNvSpPr/>
          <p:nvPr/>
        </p:nvSpPr>
        <p:spPr>
          <a:xfrm>
            <a:off x="6935788" y="1280174"/>
            <a:ext cx="4303776" cy="36987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THUMP SFX: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Used in all 3 footstep tracks to simulate the weight of the player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Pitch lowered for the Stone Footsteps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Amplified by 17 dB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Compressed to increase impact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Normalised perceived noise to -30dB (quieter than footstep audio tracks)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AC7556B-4477-EC9E-7F97-45611EB0DB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13" t="54338" r="9762" b="20537"/>
          <a:stretch>
            <a:fillRect/>
          </a:stretch>
        </p:blipFill>
        <p:spPr>
          <a:xfrm>
            <a:off x="7159752" y="5215375"/>
            <a:ext cx="3940288" cy="150317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C01A1DD-72B2-5015-CE94-8DAB04E06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6" y="3429000"/>
            <a:ext cx="3423614" cy="10149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562036-F001-FAF5-A2BD-427119EB993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265"/>
          <a:stretch>
            <a:fillRect/>
          </a:stretch>
        </p:blipFill>
        <p:spPr>
          <a:xfrm>
            <a:off x="7444676" y="3019813"/>
            <a:ext cx="2725969" cy="134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26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0DE70-4BA7-18B7-8E9D-3B8EFCF44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566E-9D29-EBFB-2FFD-EC63C292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3332"/>
            <a:ext cx="7729728" cy="661924"/>
          </a:xfrm>
        </p:spPr>
        <p:txBody>
          <a:bodyPr>
            <a:normAutofit fontScale="90000"/>
          </a:bodyPr>
          <a:lstStyle/>
          <a:p>
            <a:r>
              <a:rPr lang="en-GB" dirty="0"/>
              <a:t>Footsteps (Implementation)</a:t>
            </a:r>
          </a:p>
        </p:txBody>
      </p:sp>
      <p:pic>
        <p:nvPicPr>
          <p:cNvPr id="7" name="Picture 6" descr="A cartoon character in a grass field">
            <a:extLst>
              <a:ext uri="{FF2B5EF4-FFF2-40B4-BE49-F238E27FC236}">
                <a16:creationId xmlns:a16="http://schemas.microsoft.com/office/drawing/2014/main" id="{EBEDCFCF-2AAE-CE15-17C7-D3CDBCE36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1655" y="1251964"/>
            <a:ext cx="1910282" cy="22033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9607376-8AF5-B806-D000-5427DDC22FAD}"/>
              </a:ext>
            </a:extLst>
          </p:cNvPr>
          <p:cNvSpPr/>
          <p:nvPr/>
        </p:nvSpPr>
        <p:spPr>
          <a:xfrm>
            <a:off x="10101655" y="3455331"/>
            <a:ext cx="1910282" cy="108664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/>
              <a:t>Overlap Sphere hitbox visible in Editor using </a:t>
            </a:r>
            <a:r>
              <a:rPr lang="en-GB" sz="1600" dirty="0" err="1"/>
              <a:t>ShowGizmos</a:t>
            </a:r>
            <a:r>
              <a:rPr lang="en-GB" sz="1600" dirty="0"/>
              <a:t>()</a:t>
            </a:r>
          </a:p>
        </p:txBody>
      </p:sp>
      <p:pic>
        <p:nvPicPr>
          <p:cNvPr id="13" name="Picture 1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A3BAC6A-24FD-BEB4-B6C1-D059F2CF20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3" r="5582"/>
          <a:stretch>
            <a:fillRect/>
          </a:stretch>
        </p:blipFill>
        <p:spPr>
          <a:xfrm>
            <a:off x="104874" y="1145801"/>
            <a:ext cx="5831297" cy="5575989"/>
          </a:xfrm>
          <a:prstGeom prst="rect">
            <a:avLst/>
          </a:prstGeom>
        </p:spPr>
      </p:pic>
      <p:pic>
        <p:nvPicPr>
          <p:cNvPr id="15" name="Picture 14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1CB274A2-E231-B2D5-9A18-CE7B0D5AF1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3937" y="4931924"/>
            <a:ext cx="3678000" cy="178986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C6915CF-D594-7F02-21D1-3C5991B30AF0}"/>
              </a:ext>
            </a:extLst>
          </p:cNvPr>
          <p:cNvSpPr/>
          <p:nvPr/>
        </p:nvSpPr>
        <p:spPr>
          <a:xfrm>
            <a:off x="6123900" y="4931924"/>
            <a:ext cx="2210037" cy="1789866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/>
              <a:t>Logic used to check if player is moving in </a:t>
            </a:r>
            <a:r>
              <a:rPr lang="en-GB" sz="1600" dirty="0" err="1"/>
              <a:t>PlayerController</a:t>
            </a:r>
            <a:r>
              <a:rPr lang="en-GB" sz="1600" dirty="0"/>
              <a:t> Update()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A7C521-8971-7B5E-CD66-9DCCA76365E7}"/>
              </a:ext>
            </a:extLst>
          </p:cNvPr>
          <p:cNvSpPr/>
          <p:nvPr/>
        </p:nvSpPr>
        <p:spPr>
          <a:xfrm>
            <a:off x="6123900" y="1145801"/>
            <a:ext cx="3678000" cy="368597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Uses </a:t>
            </a:r>
            <a:r>
              <a:rPr lang="en-GB" dirty="0" err="1">
                <a:solidFill>
                  <a:schemeClr val="tx1"/>
                </a:solidFill>
              </a:rPr>
              <a:t>Physics.OverlapSphere</a:t>
            </a:r>
            <a:r>
              <a:rPr lang="en-GB" dirty="0">
                <a:solidFill>
                  <a:schemeClr val="tx1"/>
                </a:solidFill>
              </a:rPr>
              <a:t> to check what material the player is standing on (using Layer Masks)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Swaps the sound played to the corresponding material whenever the player leaves / enters a material hitbox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Slightly randomises pitch of sound effects played to reduce repetitiveness</a:t>
            </a:r>
          </a:p>
        </p:txBody>
      </p:sp>
    </p:spTree>
    <p:extLst>
      <p:ext uri="{BB962C8B-B14F-4D97-AF65-F5344CB8AC3E}">
        <p14:creationId xmlns:p14="http://schemas.microsoft.com/office/powerpoint/2010/main" val="3915019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F8EF-6765-D9D8-6940-C0E2DC489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C4507-89FC-B7ED-B2EB-AA58E09E3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616" y="231810"/>
            <a:ext cx="5543039" cy="956910"/>
          </a:xfrm>
        </p:spPr>
        <p:txBody>
          <a:bodyPr/>
          <a:lstStyle/>
          <a:p>
            <a:pPr algn="l"/>
            <a:r>
              <a:rPr lang="en-GB" dirty="0"/>
              <a:t>PICK UPS (COIN SFX)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18CB0-4BBE-2F1A-A457-BA5C8EBCF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43" y="1287780"/>
            <a:ext cx="4850384" cy="4900168"/>
          </a:xfrm>
        </p:spPr>
        <p:txBody>
          <a:bodyPr>
            <a:normAutofit/>
          </a:bodyPr>
          <a:lstStyle/>
          <a:p>
            <a:r>
              <a:rPr lang="en-GB" sz="1600" dirty="0"/>
              <a:t>Original sound was the sound a glass being flicked</a:t>
            </a:r>
          </a:p>
          <a:p>
            <a:r>
              <a:rPr lang="en-GB" sz="1600" dirty="0"/>
              <a:t> Trimmed audio clipped to only feature best ping</a:t>
            </a:r>
          </a:p>
          <a:p>
            <a:r>
              <a:rPr lang="en-GB" sz="1600" dirty="0"/>
              <a:t>Applied Reverb: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r>
              <a:rPr lang="en-GB" sz="1600" dirty="0"/>
              <a:t>Raised pitch by 3 semitones</a:t>
            </a:r>
          </a:p>
          <a:p>
            <a:r>
              <a:rPr lang="en-GB" sz="1600" dirty="0"/>
              <a:t>Filter Curve EQ to remove background noise:</a:t>
            </a:r>
          </a:p>
          <a:p>
            <a:endParaRPr lang="en-GB" sz="2400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A10D0DC-64F6-B9D7-405B-493B1CBF26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692" t="36543" b="30684"/>
          <a:stretch>
            <a:fillRect/>
          </a:stretch>
        </p:blipFill>
        <p:spPr>
          <a:xfrm>
            <a:off x="7304862" y="226426"/>
            <a:ext cx="3576592" cy="16867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25951-A723-9208-7A2F-D515323793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301" b="39718"/>
          <a:stretch>
            <a:fillRect/>
          </a:stretch>
        </p:blipFill>
        <p:spPr>
          <a:xfrm>
            <a:off x="113535" y="2357898"/>
            <a:ext cx="2560917" cy="13799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C5B216-752E-068A-C435-713CBEBCA34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641" t="45312" r="7462" b="6665"/>
          <a:stretch>
            <a:fillRect/>
          </a:stretch>
        </p:blipFill>
        <p:spPr>
          <a:xfrm>
            <a:off x="113535" y="4672939"/>
            <a:ext cx="5913120" cy="2072372"/>
          </a:xfrm>
          <a:prstGeom prst="rect">
            <a:avLst/>
          </a:prstGeom>
        </p:spPr>
      </p:pic>
      <p:pic>
        <p:nvPicPr>
          <p:cNvPr id="11" name="Picture 10" descr="A video game screen capture&#10;&#10;AI-generated content may be incorrect.">
            <a:extLst>
              <a:ext uri="{FF2B5EF4-FFF2-40B4-BE49-F238E27FC236}">
                <a16:creationId xmlns:a16="http://schemas.microsoft.com/office/drawing/2014/main" id="{B645E333-9966-EBD5-4FEF-131424A7D4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9653" y="312628"/>
            <a:ext cx="944971" cy="79527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495397-0B6C-B7A6-C2AC-3F7E22A8828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0888" r="5206" b="5686"/>
          <a:stretch>
            <a:fillRect/>
          </a:stretch>
        </p:blipFill>
        <p:spPr>
          <a:xfrm>
            <a:off x="2674452" y="2510392"/>
            <a:ext cx="2375067" cy="1074977"/>
          </a:xfrm>
          <a:prstGeom prst="rect">
            <a:avLst/>
          </a:prstGeom>
        </p:spPr>
      </p:pic>
      <p:pic>
        <p:nvPicPr>
          <p:cNvPr id="14" name="Picture 1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9EFE70F-56E9-7A2D-F512-95AF14A082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0740" y="2028601"/>
            <a:ext cx="4887007" cy="3124636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2107925-6E0A-F673-1E88-2AF75BABF41E}"/>
              </a:ext>
            </a:extLst>
          </p:cNvPr>
          <p:cNvSpPr/>
          <p:nvPr/>
        </p:nvSpPr>
        <p:spPr>
          <a:xfrm>
            <a:off x="6750740" y="5153237"/>
            <a:ext cx="4887007" cy="13156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Checks for player collision using tag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Plays sound effect with randomised pitch</a:t>
            </a: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chemeClr val="tx1"/>
                </a:solidFill>
              </a:rPr>
              <a:t>Destroys the Coin Game Object</a:t>
            </a:r>
          </a:p>
        </p:txBody>
      </p:sp>
    </p:spTree>
    <p:extLst>
      <p:ext uri="{BB962C8B-B14F-4D97-AF65-F5344CB8AC3E}">
        <p14:creationId xmlns:p14="http://schemas.microsoft.com/office/powerpoint/2010/main" val="2145997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9AEC-2DF0-2255-F587-D88A4590D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23444"/>
            <a:ext cx="7729728" cy="994529"/>
          </a:xfrm>
        </p:spPr>
        <p:txBody>
          <a:bodyPr/>
          <a:lstStyle/>
          <a:p>
            <a:r>
              <a:rPr lang="en-GB" dirty="0"/>
              <a:t>Sound ORIGINS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BADC9-E785-AB9C-2915-D6DE1879A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976" y="1405771"/>
            <a:ext cx="7729728" cy="3101983"/>
          </a:xfrm>
        </p:spPr>
        <p:txBody>
          <a:bodyPr/>
          <a:lstStyle/>
          <a:p>
            <a:r>
              <a:rPr lang="en-GB" sz="2400" dirty="0"/>
              <a:t>Most sounds were recorded by me and are listed on the Recording Details Template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The Laugh.ogg Sound Effect used for the slime laughing can be found here: </a:t>
            </a:r>
            <a:r>
              <a:rPr lang="en-GB" sz="2400" u="sng" dirty="0">
                <a:hlinkClick r:id="rId2"/>
              </a:rPr>
              <a:t>https://opengameart.org/content/tiny-creatures-sounds</a:t>
            </a:r>
            <a:endParaRPr lang="en-GB" sz="24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4374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3BD2E-B010-879D-7CDC-F403EDB89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BAA2A-442E-3E81-F11C-F674141CA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23444"/>
            <a:ext cx="7729728" cy="994529"/>
          </a:xfrm>
        </p:spPr>
        <p:txBody>
          <a:bodyPr/>
          <a:lstStyle/>
          <a:p>
            <a:r>
              <a:rPr lang="en-GB" dirty="0"/>
              <a:t>Hand-MADE Sounds</a:t>
            </a:r>
          </a:p>
        </p:txBody>
      </p:sp>
    </p:spTree>
    <p:extLst>
      <p:ext uri="{BB962C8B-B14F-4D97-AF65-F5344CB8AC3E}">
        <p14:creationId xmlns:p14="http://schemas.microsoft.com/office/powerpoint/2010/main" val="303256264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94</TotalTime>
  <Words>433</Words>
  <Application>Microsoft Office PowerPoint</Application>
  <PresentationFormat>Widescreen</PresentationFormat>
  <Paragraphs>84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Gill Sans MT</vt:lpstr>
      <vt:lpstr>Parcel</vt:lpstr>
      <vt:lpstr>Games Audio Project Slides</vt:lpstr>
      <vt:lpstr>Menu BUTTONS (SoUND CreatioN)</vt:lpstr>
      <vt:lpstr>Menu BUTTONS (IMPLEMENTATION)</vt:lpstr>
      <vt:lpstr>Footsteps (SoUND Creation)</vt:lpstr>
      <vt:lpstr>Footsteps (SoUND Creation)</vt:lpstr>
      <vt:lpstr>Footsteps (Implementation)</vt:lpstr>
      <vt:lpstr>PICK UPS (COIN SFX)</vt:lpstr>
      <vt:lpstr>Sound ORIGINS</vt:lpstr>
      <vt:lpstr>Hand-MADE Sounds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 m</dc:creator>
  <cp:lastModifiedBy>j m</cp:lastModifiedBy>
  <cp:revision>5</cp:revision>
  <dcterms:created xsi:type="dcterms:W3CDTF">2026-01-12T23:31:24Z</dcterms:created>
  <dcterms:modified xsi:type="dcterms:W3CDTF">2026-01-13T01:06:20Z</dcterms:modified>
</cp:coreProperties>
</file>